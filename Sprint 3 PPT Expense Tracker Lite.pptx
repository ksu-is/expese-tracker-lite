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0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3344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68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11/30/2025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442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63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32061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73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630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801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217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096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409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6703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14" r:id="rId5"/>
    <p:sldLayoutId id="2147483719" r:id="rId6"/>
    <p:sldLayoutId id="2147483715" r:id="rId7"/>
    <p:sldLayoutId id="2147483716" r:id="rId8"/>
    <p:sldLayoutId id="2147483717" r:id="rId9"/>
    <p:sldLayoutId id="2147483718" r:id="rId10"/>
    <p:sldLayoutId id="2147483720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su-is/expese-tracker-lite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 descr="A white background with dots and lines&#10;&#10;AI-generated content may be incorrect.">
            <a:extLst>
              <a:ext uri="{FF2B5EF4-FFF2-40B4-BE49-F238E27FC236}">
                <a16:creationId xmlns:a16="http://schemas.microsoft.com/office/drawing/2014/main" id="{6794CCB5-65C7-A732-A9E8-58A7EF87BE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28" r="-1" b="3105"/>
          <a:stretch>
            <a:fillRect/>
          </a:stretch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5A741C2-AB82-4BF5-9324-5D0B56A3D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67675" y="-3167677"/>
            <a:ext cx="5856341" cy="12191695"/>
          </a:xfrm>
          <a:custGeom>
            <a:avLst/>
            <a:gdLst>
              <a:gd name="connsiteX0" fmla="*/ 0 w 5856341"/>
              <a:gd name="connsiteY0" fmla="*/ 12191695 h 12191695"/>
              <a:gd name="connsiteX1" fmla="*/ 0 w 5856341"/>
              <a:gd name="connsiteY1" fmla="*/ 0 h 12191695"/>
              <a:gd name="connsiteX2" fmla="*/ 243849 w 5856341"/>
              <a:gd name="connsiteY2" fmla="*/ 0 h 12191695"/>
              <a:gd name="connsiteX3" fmla="*/ 505121 w 5856341"/>
              <a:gd name="connsiteY3" fmla="*/ 0 h 12191695"/>
              <a:gd name="connsiteX4" fmla="*/ 723207 w 5856341"/>
              <a:gd name="connsiteY4" fmla="*/ 0 h 12191695"/>
              <a:gd name="connsiteX5" fmla="*/ 755828 w 5856341"/>
              <a:gd name="connsiteY5" fmla="*/ 0 h 12191695"/>
              <a:gd name="connsiteX6" fmla="*/ 1411868 w 5856341"/>
              <a:gd name="connsiteY6" fmla="*/ 0 h 12191695"/>
              <a:gd name="connsiteX7" fmla="*/ 1421034 w 5856341"/>
              <a:gd name="connsiteY7" fmla="*/ 0 h 12191695"/>
              <a:gd name="connsiteX8" fmla="*/ 1515206 w 5856341"/>
              <a:gd name="connsiteY8" fmla="*/ 0 h 12191695"/>
              <a:gd name="connsiteX9" fmla="*/ 2636151 w 5856341"/>
              <a:gd name="connsiteY9" fmla="*/ 0 h 12191695"/>
              <a:gd name="connsiteX10" fmla="*/ 4637890 w 5856341"/>
              <a:gd name="connsiteY10" fmla="*/ 0 h 12191695"/>
              <a:gd name="connsiteX11" fmla="*/ 4654499 w 5856341"/>
              <a:gd name="connsiteY11" fmla="*/ 26661 h 12191695"/>
              <a:gd name="connsiteX12" fmla="*/ 5856341 w 5856341"/>
              <a:gd name="connsiteY12" fmla="*/ 6438338 h 12191695"/>
              <a:gd name="connsiteX13" fmla="*/ 4449211 w 5856341"/>
              <a:gd name="connsiteY13" fmla="*/ 11332719 h 12191695"/>
              <a:gd name="connsiteX14" fmla="*/ 4061349 w 5856341"/>
              <a:gd name="connsiteY14" fmla="*/ 12054097 h 12191695"/>
              <a:gd name="connsiteX15" fmla="*/ 3977450 w 5856341"/>
              <a:gd name="connsiteY15" fmla="*/ 12191695 h 12191695"/>
              <a:gd name="connsiteX16" fmla="*/ 2636151 w 5856341"/>
              <a:gd name="connsiteY16" fmla="*/ 12191695 h 12191695"/>
              <a:gd name="connsiteX17" fmla="*/ 1421034 w 5856341"/>
              <a:gd name="connsiteY17" fmla="*/ 12191695 h 12191695"/>
              <a:gd name="connsiteX18" fmla="*/ 1411868 w 5856341"/>
              <a:gd name="connsiteY18" fmla="*/ 12191695 h 12191695"/>
              <a:gd name="connsiteX19" fmla="*/ 1283685 w 5856341"/>
              <a:gd name="connsiteY19" fmla="*/ 12191695 h 12191695"/>
              <a:gd name="connsiteX20" fmla="*/ 755828 w 5856341"/>
              <a:gd name="connsiteY20" fmla="*/ 12191695 h 12191695"/>
              <a:gd name="connsiteX21" fmla="*/ 723207 w 5856341"/>
              <a:gd name="connsiteY21" fmla="*/ 12191695 h 12191695"/>
              <a:gd name="connsiteX22" fmla="*/ 505121 w 5856341"/>
              <a:gd name="connsiteY22" fmla="*/ 12191695 h 12191695"/>
              <a:gd name="connsiteX23" fmla="*/ 243849 w 5856341"/>
              <a:gd name="connsiteY23" fmla="*/ 12191695 h 12191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856341" h="12191695">
                <a:moveTo>
                  <a:pt x="0" y="12191695"/>
                </a:moveTo>
                <a:lnTo>
                  <a:pt x="0" y="0"/>
                </a:lnTo>
                <a:lnTo>
                  <a:pt x="243849" y="0"/>
                </a:lnTo>
                <a:lnTo>
                  <a:pt x="505121" y="0"/>
                </a:lnTo>
                <a:lnTo>
                  <a:pt x="723207" y="0"/>
                </a:lnTo>
                <a:lnTo>
                  <a:pt x="755828" y="0"/>
                </a:lnTo>
                <a:lnTo>
                  <a:pt x="1411868" y="0"/>
                </a:lnTo>
                <a:lnTo>
                  <a:pt x="1421034" y="0"/>
                </a:lnTo>
                <a:lnTo>
                  <a:pt x="1515206" y="0"/>
                </a:lnTo>
                <a:lnTo>
                  <a:pt x="2636151" y="0"/>
                </a:lnTo>
                <a:lnTo>
                  <a:pt x="4637890" y="0"/>
                </a:lnTo>
                <a:lnTo>
                  <a:pt x="4654499" y="26661"/>
                </a:lnTo>
                <a:cubicBezTo>
                  <a:pt x="5425621" y="1341551"/>
                  <a:pt x="5856341" y="3721137"/>
                  <a:pt x="5856341" y="6438338"/>
                </a:cubicBezTo>
                <a:cubicBezTo>
                  <a:pt x="5856341" y="8833790"/>
                  <a:pt x="5159120" y="9960353"/>
                  <a:pt x="4449211" y="11332719"/>
                </a:cubicBezTo>
                <a:cubicBezTo>
                  <a:pt x="4319934" y="11582638"/>
                  <a:pt x="4191839" y="11827452"/>
                  <a:pt x="4061349" y="12054097"/>
                </a:cubicBezTo>
                <a:lnTo>
                  <a:pt x="3977450" y="12191695"/>
                </a:lnTo>
                <a:lnTo>
                  <a:pt x="2636151" y="12191695"/>
                </a:lnTo>
                <a:lnTo>
                  <a:pt x="1421034" y="12191695"/>
                </a:lnTo>
                <a:lnTo>
                  <a:pt x="1411868" y="12191695"/>
                </a:lnTo>
                <a:lnTo>
                  <a:pt x="1283685" y="12191695"/>
                </a:lnTo>
                <a:lnTo>
                  <a:pt x="755828" y="12191695"/>
                </a:lnTo>
                <a:lnTo>
                  <a:pt x="723207" y="12191695"/>
                </a:lnTo>
                <a:lnTo>
                  <a:pt x="505121" y="12191695"/>
                </a:lnTo>
                <a:lnTo>
                  <a:pt x="243849" y="12191695"/>
                </a:ln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BE4324-C420-5165-E28B-A3DFADD0F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90" y="-299637"/>
            <a:ext cx="8834211" cy="1504055"/>
          </a:xfrm>
        </p:spPr>
        <p:txBody>
          <a:bodyPr anchor="b">
            <a:normAutofit/>
          </a:bodyPr>
          <a:lstStyle/>
          <a:p>
            <a:r>
              <a:rPr lang="en-US" dirty="0"/>
              <a:t>Expense Tracker Lite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CD46807-BF17-4E5D-90A8-A062604C0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146277" y="-874927"/>
            <a:ext cx="1899138" cy="12191695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3926DB-76C8-474A-B5FB-F43C59E3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143758" y="-1037574"/>
            <a:ext cx="1904176" cy="12191695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E8C3A5-E0D8-31BA-F0AE-EC99D3E30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866" y="1099490"/>
            <a:ext cx="8391967" cy="2846567"/>
          </a:xfrm>
        </p:spPr>
        <p:txBody>
          <a:bodyPr>
            <a:normAutofit fontScale="40000" lnSpcReduction="20000"/>
          </a:bodyPr>
          <a:lstStyle/>
          <a:p>
            <a:r>
              <a:rPr lang="en-US" sz="3500" dirty="0"/>
              <a:t>Simple daily spending tracker with </a:t>
            </a:r>
            <a:r>
              <a:rPr lang="en-US" sz="3500" b="1" dirty="0"/>
              <a:t>CSV</a:t>
            </a:r>
            <a:r>
              <a:rPr lang="en-US" sz="3500" dirty="0"/>
              <a:t> storage and smart </a:t>
            </a:r>
            <a:r>
              <a:rPr lang="en-US" sz="3500" b="1" dirty="0"/>
              <a:t>filters</a:t>
            </a:r>
          </a:p>
          <a:p>
            <a:r>
              <a:rPr lang="en-US" sz="3500" b="1" dirty="0"/>
              <a:t>Project Member(s): Bassel Sbaity</a:t>
            </a:r>
          </a:p>
          <a:p>
            <a:r>
              <a:rPr lang="en-US" sz="3500" b="1" dirty="0"/>
              <a:t>GitHub Repo URL: </a:t>
            </a:r>
            <a:r>
              <a:rPr lang="en-US" sz="3500" b="1" dirty="0">
                <a:hlinkClick r:id="rId3"/>
              </a:rPr>
              <a:t>https://github.com/ksu-is/expese-tracker-lite</a:t>
            </a:r>
            <a:endParaRPr lang="en-US" sz="2000" b="1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Allows users to </a:t>
            </a:r>
            <a:r>
              <a:rPr lang="en-US" sz="2800" b="1" dirty="0"/>
              <a:t>add expenses </a:t>
            </a:r>
            <a:r>
              <a:rPr lang="en-US" sz="2800" dirty="0"/>
              <a:t>with date, category, description, and amount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Saves and loads all expenses from expenses.csv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Shows total spending and </a:t>
            </a:r>
            <a:r>
              <a:rPr lang="en-US" sz="2800" b="1" dirty="0"/>
              <a:t>totals </a:t>
            </a:r>
            <a:r>
              <a:rPr lang="en-US" sz="2800" dirty="0"/>
              <a:t>by category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Filters expenses by date or category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Basic input validation to avoid bad data</a:t>
            </a:r>
          </a:p>
          <a:p>
            <a:endParaRPr lang="en-US" b="1" dirty="0"/>
          </a:p>
          <a:p>
            <a:endParaRPr lang="en-US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D9E1C7-CAF9-2B79-D627-AA092556EA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7599"/>
          <a:stretch>
            <a:fillRect/>
          </a:stretch>
        </p:blipFill>
        <p:spPr>
          <a:xfrm>
            <a:off x="155866" y="3946057"/>
            <a:ext cx="11900031" cy="268419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A365A6F-6A89-7A04-4D76-F81202A1CC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4096" y="77087"/>
            <a:ext cx="3911801" cy="3662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224931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SketchLines">
      <a:dk1>
        <a:sysClr val="windowText" lastClr="000000"/>
      </a:dk1>
      <a:lt1>
        <a:sysClr val="window" lastClr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76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Meiryo</vt:lpstr>
      <vt:lpstr>Corbel</vt:lpstr>
      <vt:lpstr>SketchLinesVTI</vt:lpstr>
      <vt:lpstr>Expense Tracker Lite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Sereen Sbaity (Student)</dc:creator>
  <cp:lastModifiedBy>Bassel Sbaity</cp:lastModifiedBy>
  <cp:revision>2</cp:revision>
  <dcterms:created xsi:type="dcterms:W3CDTF">2025-12-01T00:05:56Z</dcterms:created>
  <dcterms:modified xsi:type="dcterms:W3CDTF">2025-12-01T00:31:28Z</dcterms:modified>
</cp:coreProperties>
</file>